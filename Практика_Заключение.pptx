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58" r:id="rId10"/>
    <p:sldId id="259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7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378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E72A47-D8E7-4708-A218-E95F45C843B7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99CBC-5243-4EE6-8E2D-6E1F45C81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26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9D24D-F7AD-4672-8093-387C9A86EF22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9B3BA-A246-4728-806B-126A6412B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34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5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0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94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16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62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7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41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9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8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4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9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1524000" y="4641056"/>
            <a:ext cx="9145270" cy="1048569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>
            <a:normAutofit/>
          </a:bodyPr>
          <a:lstStyle/>
          <a:p>
            <a:pPr marL="0" indent="0" latinLnBrk="0">
              <a:buFontTx/>
              <a:buNone/>
            </a:pPr>
            <a:r>
              <a:rPr lang="ru-RU" sz="2400" b="1" dirty="0">
                <a:latin typeface="Kelson Sans RU" charset="0"/>
                <a:ea typeface="Kelson Sans RU" charset="0"/>
              </a:rPr>
              <a:t>История и методология науки и техники в области биотехнических систем и технологий</a:t>
            </a:r>
            <a:endParaRPr lang="ru-RU" altLang="ko-KR" sz="2400" b="1" dirty="0">
              <a:latin typeface="Kelson Sans RU" charset="0"/>
              <a:ea typeface="Kelson Sans RU" charset="0"/>
            </a:endParaRP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1524000" y="5762625"/>
            <a:ext cx="9145270" cy="841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normAutofit/>
          </a:bodyPr>
          <a:lstStyle/>
          <a:p>
            <a:pPr marL="0" indent="0" latinLnBrk="0">
              <a:buFontTx/>
              <a:buNone/>
            </a:pPr>
            <a:r>
              <a:rPr lang="ru-RU" dirty="0">
                <a:latin typeface="Kelson Sans RU" charset="0"/>
                <a:ea typeface="Kelson Sans RU" charset="0"/>
              </a:rPr>
              <a:t>Практика</a:t>
            </a:r>
          </a:p>
          <a:p>
            <a:r>
              <a:rPr lang="ru-RU" altLang="ko-KR" dirty="0">
                <a:latin typeface="Kelson Sans RU" charset="0"/>
                <a:ea typeface="Kelson Sans RU" charset="0"/>
              </a:rPr>
              <a:t>Юхновский И.А</a:t>
            </a:r>
            <a:endParaRPr lang="ko-KR" altLang="en-US" dirty="0">
              <a:latin typeface="Kelson Sans RU" charset="0"/>
              <a:ea typeface="Kelson Sans RU" charset="0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Kelson Sans RU" charset="0"/>
              <a:ea typeface="Kelson Sans RU" charset="0"/>
            </a:endParaRPr>
          </a:p>
        </p:txBody>
      </p:sp>
      <p:pic>
        <p:nvPicPr>
          <p:cNvPr id="1026" name="Picture 2" descr="Что такое производственная практика — Академия СНТА">
            <a:extLst>
              <a:ext uri="{FF2B5EF4-FFF2-40B4-BE49-F238E27FC236}">
                <a16:creationId xmlns:a16="http://schemas.microsoft.com/office/drawing/2014/main" id="{9040A08B-5247-4BFA-9435-1D788FDDE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99391"/>
            <a:ext cx="857250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5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10635" cy="19913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395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BBE465-096C-400F-82CF-489F647A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7451" y="0"/>
            <a:ext cx="7026984" cy="1326515"/>
          </a:xfrm>
        </p:spPr>
        <p:txBody>
          <a:bodyPr/>
          <a:lstStyle/>
          <a:p>
            <a:r>
              <a:rPr lang="ru-RU" dirty="0"/>
              <a:t>Методическое указание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0621F3-76ED-4BD0-BD7E-759FD9BDC8B3}"/>
              </a:ext>
            </a:extLst>
          </p:cNvPr>
          <p:cNvSpPr txBox="1"/>
          <p:nvPr/>
        </p:nvSpPr>
        <p:spPr>
          <a:xfrm>
            <a:off x="3638101" y="1066504"/>
            <a:ext cx="814454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качестве практических работ предлагается проанализировать анализ статьи (на выбор) по истории науки. </a:t>
            </a:r>
          </a:p>
          <a:p>
            <a:endParaRPr lang="ru-RU" dirty="0"/>
          </a:p>
          <a:p>
            <a:r>
              <a:rPr lang="ru-RU" dirty="0"/>
              <a:t>Предлагается визуализировать анализ в виде схем. Результаты работ мы обсудим совместно на практических занятиях.</a:t>
            </a:r>
            <a:endParaRPr lang="en-US" dirty="0"/>
          </a:p>
          <a:p>
            <a:endParaRPr lang="en-US" dirty="0"/>
          </a:p>
          <a:p>
            <a:r>
              <a:rPr lang="ru-RU" dirty="0"/>
              <a:t>Ниже показан пример визуализации на </a:t>
            </a:r>
            <a:r>
              <a:rPr lang="en-US" dirty="0"/>
              <a:t>MS Visio </a:t>
            </a:r>
            <a:r>
              <a:rPr lang="ru-RU" dirty="0"/>
              <a:t>статьи </a:t>
            </a:r>
            <a:r>
              <a:rPr lang="ru-RU" dirty="0" err="1"/>
              <a:t>П.Фейерабенда</a:t>
            </a:r>
            <a:r>
              <a:rPr lang="ru-RU" dirty="0"/>
              <a:t> "</a:t>
            </a:r>
            <a:r>
              <a:rPr lang="ru-RU" sz="1800" b="0" i="0" u="none" strike="noStrike" baseline="0" dirty="0">
                <a:latin typeface="HiddenHorzOCR"/>
              </a:rPr>
              <a:t>Утешение для специалиста" </a:t>
            </a:r>
            <a:r>
              <a:rPr lang="ru-RU" dirty="0"/>
              <a:t>(файл Фейерабенд.Пол.1986.Избранные.труды.по.методологии.науки</a:t>
            </a:r>
            <a:r>
              <a:rPr lang="en-US" dirty="0"/>
              <a:t>.pdf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Данный практический метод поможет вам приобрести навык логического анализа текстовых документов. В будущем, при составлении требований на разработку, либо при критическом анализе технических заданий, вам этот навык пригодится не только для понимания сути текста, но и его критического анализа, выявлении противоречий.</a:t>
            </a:r>
          </a:p>
          <a:p>
            <a:endParaRPr lang="ru-RU" dirty="0"/>
          </a:p>
          <a:p>
            <a:r>
              <a:rPr lang="ru-RU" dirty="0"/>
              <a:t>Для более глубокого погружения в историю и методологию науки я рекомендую источники из Списка источников (в конце презентации).</a:t>
            </a:r>
            <a:endParaRPr lang="en-US" dirty="0"/>
          </a:p>
          <a:p>
            <a:endParaRPr lang="en-US" dirty="0"/>
          </a:p>
          <a:p>
            <a:r>
              <a:rPr lang="ru-RU" dirty="0"/>
              <a:t>Сканы некоторых редких источников лежат в папках История и Методология. Файл с диаграмме в папке Практика.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A933847-7B4A-4699-BC2B-3254FBD73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58" y="1272446"/>
            <a:ext cx="3124636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313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E828CAE-C780-47BC-89AC-9AE9E509E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732" y="885470"/>
            <a:ext cx="6344535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7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47E46F-B127-4A69-A97B-AC47294E8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93" y="0"/>
            <a:ext cx="62524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7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1CA024-D617-4213-9F01-760DC6116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14" y="0"/>
            <a:ext cx="7590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62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6EB3CF-6C43-4BC7-B45B-F0A1FC2E8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216" y="0"/>
            <a:ext cx="69775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81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A5AB59-BC25-4C77-9FDF-EC21119991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541" y="0"/>
            <a:ext cx="4674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50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12D9DF-7ACE-4A6F-ABF0-5FCE9412EC0E}"/>
              </a:ext>
            </a:extLst>
          </p:cNvPr>
          <p:cNvSpPr txBox="1"/>
          <p:nvPr/>
        </p:nvSpPr>
        <p:spPr>
          <a:xfrm>
            <a:off x="5495925" y="3009900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 так далее...</a:t>
            </a:r>
          </a:p>
        </p:txBody>
      </p:sp>
    </p:spTree>
    <p:extLst>
      <p:ext uri="{BB962C8B-B14F-4D97-AF65-F5344CB8AC3E}">
        <p14:creationId xmlns:p14="http://schemas.microsoft.com/office/powerpoint/2010/main" val="1152413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750A4C-E452-4822-9A42-A060147D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8"/>
            <a:ext cx="10516235" cy="1326515"/>
          </a:xfrm>
        </p:spPr>
        <p:txBody>
          <a:bodyPr/>
          <a:lstStyle/>
          <a:p>
            <a:r>
              <a:rPr lang="ru-RU" dirty="0"/>
              <a:t>Список источников - история науки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DC2C32-DA67-4FA3-8B85-76B328F14D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04343"/>
            <a:ext cx="8231421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Сойфер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В.Н. Власть и наука. История разгрома генетики в СССР - М.: Лазурь, 1993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А.</a:t>
            </a: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Зиновьев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Желтый дом - М.,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КОНАН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-ПЛЮС, 2021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А.</a:t>
            </a: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Зиновьев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Зияющие высоты - М.,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КОНАН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-ПЛЮС, 2021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Айзек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Азимов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Краткая история химии - М.,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ЦЕНТРОПОЛИГРАФ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2018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Айзек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Азимов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Краткая история химии - М.,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ЦЕНТРОПОЛИГРАФ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2018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Бертран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Рассел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История западной философии - М., АКАДЕМИЧЕСКИЙ ПРОЕКТ, 2009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Н.</a:t>
            </a: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Бурбаки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Очерки по истории математики М., ИЗДАТЕЛЬСТВО ИНОСТРАННОЙ ЛИТЕРАТУРЫ, 1963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В.Р.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Полищук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Как разглядеть молекулу - М., Издательство "Химия", 1979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Дмитриев А.Н.,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Савельева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И.М. (ред.) Науки о человеке: история дисциплин. -М.: Изд. дом Высшей школы экономики, 2015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Герои и злодеи российской науки - М.: Крон-Пресс, 1997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Лекции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Шноль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://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youtu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reO1zlAcTs4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Лекции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Вархотов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://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youtu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7lUU7d0vTRo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Бряник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Н.В. История науки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доклассического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периода: философский анализ. - </a:t>
            </a: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eBook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2016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Дафермос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М.,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Ефанова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О.А., Кошель В.А., Максимов М.В. (ред.) Труды Международной логико-исторической школы;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Вып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1 - 1993 г.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Гайденко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П.П. Эволюция понятия науки: Становление и развитие первых научных программ - М., "Наука", 1980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Рожанский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И.Д. Развитие естествознания в эпоху античности: Ранняя греческая наука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«о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природе»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М., 1979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Кузнецов Б.Г. Идеи и образы Возрождения. М., 1979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Очерки истории естественнонаучных знаний в древности: Сборник статей. М., 1982.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Гайденко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П.П. Эволюция понятия науки (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XVII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XVIII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.). М., 1987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Кирсанов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В.С. Научная революция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XVII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века. М., 1987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Рожанский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И.Д. История естествознания в эпоху эллинизма и Римской империи. М., 1988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Гайденко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В.П., Смирнов Г.А. Западноевропейская наука в средние века. М., 1989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Ричард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Роудс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Создание атомной бомбы - М.: </a:t>
            </a: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КоЛибри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Азбука-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Аттикус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2020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Журнал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://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iopscience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org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journal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/2516-1091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Хаггард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Г - От знахаря до врача. История науки врачевания - аудиокнига, Нигде не купишь,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2015г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Льоцци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М. История физики - М.:Мир,1970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Жмудь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Л.Я. Зарождение истории науки в античности -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СПб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.: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РХГИ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2002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Бен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Дэвид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Д. Роль ученого в обществе. М.: Новое литературное обозрение, 2014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Рабаданов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М.Х. и др. Философия науки. История и методология естественных наук. - М.: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Канон+</a:t>
            </a: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РООИ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"Реабилитация", 2014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Деар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П., </a:t>
            </a: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Шейпин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С. Научная революция как событие. - М.: Новое литературное обозрение, 2015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Ю.А.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Асеев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с англ., нем. и фр. Философия и методология истории. Сборник статей - М.: Прогресс, 1977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В. И. Вернадский - Труды по всеобщей истории науки (2-е изд.) -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«Наука»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1988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Зиновьев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А.А. Русская судьба: исповедь отщепенца -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М.Канон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РООИ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"Реабилитация, 2021"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Степин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В.С. История и философия науки - М.: Академический Проект, </a:t>
            </a: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Трикста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2011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Бернал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Дж. Наука в истории общества - М., Издательство иностранной литературы, 1956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Под редакцией А. С. </a:t>
            </a:r>
            <a:r>
              <a:rPr kumimoji="0" lang="ru-RU" altLang="ru-RU" sz="10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Мамзина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История и философия науки - </a:t>
            </a:r>
            <a:r>
              <a:rPr kumimoji="0" lang="ru-RU" altLang="ru-RU" sz="10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СПб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.: Питер, 2008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80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750A4C-E452-4822-9A42-A060147D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8"/>
            <a:ext cx="10516235" cy="1326515"/>
          </a:xfrm>
        </p:spPr>
        <p:txBody>
          <a:bodyPr/>
          <a:lstStyle/>
          <a:p>
            <a:r>
              <a:rPr lang="ru-RU" dirty="0"/>
              <a:t>Список источников - методология науки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DC2C32-DA67-4FA3-8B85-76B328F14D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08332"/>
            <a:ext cx="9250930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А.А.Зиновьев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Основы логической теории научных знаний - М.:ЛЕНАНД,2015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А.А.Зиновьев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Логика высказываний и теория вывода - М.:ЛЕНАНД,2015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А.А.Зиновьев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Комплексная логика - М.:ЛЕНАНД,2015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А.А.Зиновьев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Логическая физика - М.:ЛЕНАНД,2015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Рассел Б. Введение в математическую философию. Избранные работы -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М.:Канон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 РООИ "Реабилитация", 2022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А.Н.Уайтхед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Б.Рассел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Основания математики - Самара, Издательство "Самарский университет", 2005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А.Н.Уайтхед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Б.Рассел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Основания математики - Самара, Издательство "Самарский университет", 2005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Никифоров А.Л. От формальной логики к истории науки - М., Наука, 1983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Деннет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Д. - Опасная идея Дарвина: эволюция и смысл жизни - М., Новое литературное обозрение, 2020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Каку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 Будущее разума - М., Альпина нон-фикшн, 2019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Дойч Д. Начало бесконечности - М., Альпина нон-фикшн, 2018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Рабаданов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М.Х. и др. Философия науки. История и методология естественных наук. - М.: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Канон+РООИ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"Реабилитация", 2014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Бессонов Борис Николаевич История и философия науки -М.: Издательство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Юрайт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ИД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Юрайт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2010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Крянев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Ю.В., Моторина Л.Е. (ред.) История и философия науки (Философия науки) - М.: Альфа-М : ИНФРА-М, 2011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Степин В.С. История и философия науки - М.: Академический Проект,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Трикста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2011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Визгин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В.П. Эпистемология Гастона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Башляра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история науки - М.:  ИФ РАН, 1996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Уваров А. И. и др. (ред.) - Проблемы методологии и логики наук - Томск, Изд-во Томского университета, 1962-1975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Огурцов А.П. (отв. ред.) Методология науки: проблемы и история - М.: ИФ РАН, 2003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Фейерабенд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П. Избранные труды по методологии науки: Переводы с англ. и нем. / Общ. ред. и авт. вступ. ст. И. С.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Нарский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М.: Прогресс, 1986. 542 с.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Е.В. Ушаков Введение в философию и методологию науки. - М.: Экзамен, 2005</a:t>
            </a:r>
          </a:p>
        </p:txBody>
      </p:sp>
    </p:spTree>
    <p:extLst>
      <p:ext uri="{BB962C8B-B14F-4D97-AF65-F5344CB8AC3E}">
        <p14:creationId xmlns:p14="http://schemas.microsoft.com/office/powerpoint/2010/main" val="2632410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608E6-2E68-4BC3-8BAB-8D184BBD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B0448-F5AE-4CDA-B70D-B3C8F3DE66B7}"/>
              </a:ext>
            </a:extLst>
          </p:cNvPr>
          <p:cNvSpPr txBox="1"/>
          <p:nvPr/>
        </p:nvSpPr>
        <p:spPr>
          <a:xfrm>
            <a:off x="2107018" y="3429000"/>
            <a:ext cx="7686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Чувствуйте себя свободно при обращении ко мне за консультациями или с творческими предложениями по адресу </a:t>
            </a:r>
            <a:r>
              <a:rPr lang="en-US" dirty="0"/>
              <a:t>juhnowski@gmail.com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5567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Pages>3</Pages>
  <Words>1209</Words>
  <Characters>0</Characters>
  <Application>Microsoft Office PowerPoint</Application>
  <DocSecurity>0</DocSecurity>
  <PresentationFormat>Широкоэкранный</PresentationFormat>
  <Lines>0</Lines>
  <Paragraphs>76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HiddenHorzOCR</vt:lpstr>
      <vt:lpstr>Kelson Sans RU</vt:lpstr>
      <vt:lpstr>Office Theme</vt:lpstr>
      <vt:lpstr>История и методология науки и техники в области биотехнических систем и технологий</vt:lpstr>
      <vt:lpstr>Методическое указание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Список источников - история науки</vt:lpstr>
      <vt:lpstr>Список источников - методология науки</vt:lpstr>
      <vt:lpstr>Спасибо за внимание!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Ilya Juhnowski</dc:creator>
  <cp:lastModifiedBy>Ilya Juhnowski</cp:lastModifiedBy>
  <cp:revision>61</cp:revision>
  <dcterms:modified xsi:type="dcterms:W3CDTF">2021-12-21T21:37:35Z</dcterms:modified>
  <cp:version>9.103.88.44548</cp:version>
</cp:coreProperties>
</file>